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CONTROL REPORT - Block B 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Contractor: Golden Point | Location: Vung Tau | Date: 12/07/2026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Budget: 1200000 | Progress: 68% | SPI: 1.02 | CPI: 0.98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 A: 70% | Revenue: 500000 | Cost: 480000 | Items: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 material (Port A) - score 8 - owner Team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